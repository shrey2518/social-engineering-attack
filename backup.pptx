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56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203200"/>
            <a:ext cx="12066905" cy="645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4940" y="687070"/>
            <a:ext cx="12015470" cy="5269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1615" y="271145"/>
            <a:ext cx="11661140" cy="59270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245110"/>
            <a:ext cx="10646410" cy="6385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2785" y="257175"/>
            <a:ext cx="11964670" cy="6292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80385" y="516890"/>
            <a:ext cx="6029960" cy="55460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3855" y="365125"/>
            <a:ext cx="11336655" cy="5569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shrey</dc:creator>
  <cp:lastModifiedBy>Shreya Hegde</cp:lastModifiedBy>
  <cp:revision>3</cp:revision>
  <dcterms:created xsi:type="dcterms:W3CDTF">2025-07-23T00:59:00Z</dcterms:created>
  <dcterms:modified xsi:type="dcterms:W3CDTF">2025-10-28T14:30:07Z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A29197F264B44943BFB1E064F077662C_11</vt:lpwstr>
  </property>
  <property fmtid="{D5CDD505-2E9C-101B-9397-08002B2CF9AE}" pid="3" name="KSOProductBuildVer">
    <vt:lpwstr>1033-12.2.0.23131</vt:lpwstr>
  </property>
</Properties>
</file>